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80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77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49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2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12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3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4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32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9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3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297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848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121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6360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74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2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63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06EF9B-5FA1-4623-B2D1-F69991D8325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8B54B0B-F339-48AB-A34B-EB5A8A86A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49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ndinichoudhary25/RecipeGeni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7F09-5808-719B-319E-FBEA5A5F7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7DD2B-7D7C-BB25-A8F9-1B685C85FB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FB426-07AB-21DB-C6C6-E53D7A6EC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83"/>
            <a:ext cx="12049642" cy="6809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4B1CE6-0164-1616-6186-F2E96C6BB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10" y="6104161"/>
            <a:ext cx="2038635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1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0A21-A290-42A7-379C-EDACB96B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71B119-7ABA-6609-6165-C30B9E4D5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85"/>
            <a:ext cx="12192000" cy="6831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87F13E-435A-A936-B97C-5399948A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8" y="6278532"/>
            <a:ext cx="270181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5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E1A0-36D7-81E8-A7A0-7027074E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1E471F-8982-7B3C-8519-9940B6CF2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094464" cy="6862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7AC2B4-591D-E3E5-848F-34A4F2C9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26" y="813563"/>
            <a:ext cx="2038635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6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2B31-31B5-07AC-3A60-E5724712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02DBD1-73E1-89B3-6AF5-CDE8FE522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2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2330A-4B33-5AE4-D303-A05668712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2" y="1216283"/>
            <a:ext cx="2038635" cy="4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315A3D-910F-66D4-BDE2-20F13CB5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1" y="150782"/>
            <a:ext cx="2038635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6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ED46-DC45-1C8A-4BC0-4871CDB5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793480" cy="742014"/>
          </a:xfrm>
        </p:spPr>
        <p:txBody>
          <a:bodyPr/>
          <a:lstStyle/>
          <a:p>
            <a:r>
              <a:rPr lang="en-IN" dirty="0"/>
              <a:t>Screen Shot of website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C8CB6-5D3D-B3BD-2041-87C9FE75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E07D2-9F54-B1A3-3E9D-AF07A0BC0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" y="1107140"/>
            <a:ext cx="11695176" cy="56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5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A5FB85-A8FB-A3CC-5C5E-01075F182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1" y="576072"/>
            <a:ext cx="12127339" cy="5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CFA2-BCF3-EB8B-8700-EEBCEA97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1BE0D-EB15-A0BA-401B-C536876D3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3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722D-055C-4B7C-71C3-8EA0BC37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84" y="365125"/>
            <a:ext cx="8400288" cy="829691"/>
          </a:xfrm>
        </p:spPr>
        <p:txBody>
          <a:bodyPr>
            <a:normAutofit/>
          </a:bodyPr>
          <a:lstStyle/>
          <a:p>
            <a:r>
              <a:rPr lang="en-IN" sz="2800" b="1" dirty="0"/>
              <a:t>Screenshot of intent of watsonx assistant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4EB243-4DB5-88F3-0376-776EEBB94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94816"/>
            <a:ext cx="12234141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4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7AC7-3017-C778-024F-237CF6CC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54568" cy="817499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Screenshot of Entities of watsonx assistant 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4183C8-0AE5-4EBF-CA95-FEE49375A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3040"/>
            <a:ext cx="12183539" cy="459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8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9F79-599E-F470-36B8-2E38345A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96" y="97536"/>
            <a:ext cx="9062547" cy="744347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Screenshot of Dialog of watsonx assistant 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6DC3F4-091D-E5D3-B2B9-7D90985FE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744" y="874974"/>
            <a:ext cx="6125853" cy="58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7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0B55-7030-A9FA-9FFE-6236EDD6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482F5-BD63-C72D-4A19-58B6B9EE1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4067424" cy="6855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5DE2A-6D95-FB9D-793A-8A6E2B79D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28" y="2491"/>
            <a:ext cx="4147050" cy="6855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034B21-E877-1CAB-4E2D-D6825CB3D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478" y="0"/>
            <a:ext cx="4017522" cy="685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7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E996-B608-6346-EAE6-6B1512795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457200"/>
            <a:ext cx="10847962" cy="5719763"/>
          </a:xfrm>
        </p:spPr>
        <p:txBody>
          <a:bodyPr/>
          <a:lstStyle/>
          <a:p>
            <a:r>
              <a:rPr lang="en-IN" dirty="0"/>
              <a:t>GitHub Repository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sz="2400" i="1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https://github.com/nandinichoudhary25/RecipeGenie</a:t>
            </a:r>
            <a:endParaRPr lang="en-IN" sz="2400" i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IN" sz="2400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/>
              <a:t>Live Website</a:t>
            </a:r>
          </a:p>
          <a:p>
            <a:pPr marL="0" indent="0">
              <a:buNone/>
            </a:pP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    https://nandinichoudhary25.github.io/RecipeGenie/</a:t>
            </a:r>
          </a:p>
        </p:txBody>
      </p:sp>
    </p:spTree>
    <p:extLst>
      <p:ext uri="{BB962C8B-B14F-4D97-AF65-F5344CB8AC3E}">
        <p14:creationId xmlns:p14="http://schemas.microsoft.com/office/powerpoint/2010/main" val="401022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9F04-2231-C255-A7B3-DD9CE086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17048EF-81C4-F96F-152B-4D458E073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9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1465CC-D5A0-B436-2958-531CDFA1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2" y="6278532"/>
            <a:ext cx="2543318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90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FE76-063F-16CB-5785-AF892F86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91592-2D0A-B5E3-4495-2703A58E8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85"/>
            <a:ext cx="12192000" cy="6782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EF308-BA0C-BA82-1758-43B438C1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8" y="6278532"/>
            <a:ext cx="283592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3167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47</Words>
  <Application>Microsoft Office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Screen Shot of website </vt:lpstr>
      <vt:lpstr>PowerPoint Presentation</vt:lpstr>
      <vt:lpstr>PowerPoint Presentation</vt:lpstr>
      <vt:lpstr>Screenshot of intent of watsonx assistant </vt:lpstr>
      <vt:lpstr>Screenshot of Entities of watsonx assistant </vt:lpstr>
      <vt:lpstr>Screenshot of Dialog of watsonx assistant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choudhary</dc:creator>
  <cp:lastModifiedBy>nandini choudhary</cp:lastModifiedBy>
  <cp:revision>2</cp:revision>
  <dcterms:created xsi:type="dcterms:W3CDTF">2026-02-25T13:59:35Z</dcterms:created>
  <dcterms:modified xsi:type="dcterms:W3CDTF">2026-02-25T18:22:43Z</dcterms:modified>
</cp:coreProperties>
</file>